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B1D8D-1460-D262-5A13-0DA59F94CF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EFDEC1-54B2-A6DC-8F21-B60148AE15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932CC-8819-3522-7F1C-3876CF7B6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DDF6-B3B5-471E-82FE-B0B704F29657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787BF-302D-0938-95EE-DF0B114C4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3A5D0-77DC-0F4C-CA31-DDAD1AD6E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238A2-A598-402B-86E2-C266E86E6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2071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FAD85-C1BA-22EC-36E7-6C166D434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4C412-C42E-94D1-B10F-C292BACA9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9FFBC-689E-7104-D18C-324BAA03C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DDF6-B3B5-471E-82FE-B0B704F29657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42A2A-F6F4-EFE1-3173-65891C2E6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82F34-A125-A872-1E7C-BE7865366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238A2-A598-402B-86E2-C266E86E6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224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BEF81-EDF6-34EB-B709-25AC4A733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3CB51-4396-7EFF-98DC-456814BB1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1BCC3-D06F-33A1-6E5F-9C1C79A04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DDF6-B3B5-471E-82FE-B0B704F29657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D96A4-A389-9CB1-F081-71C12F004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BB239-F670-2F04-7AAB-741E7FFFF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238A2-A598-402B-86E2-C266E86E6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2521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7D37E-5D98-4BBD-3E3C-8EFBD010F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A348B-7099-1E95-71CC-30B029AEAB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618331-3C6D-8CE8-7AA9-8E57A950FF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4F3B56-7DB7-C70C-28F3-BAA0D295B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DDF6-B3B5-471E-82FE-B0B704F29657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C6977A-0A59-4DBE-CC92-F70A3AAC7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D76337-465A-1712-C869-726DDA129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238A2-A598-402B-86E2-C266E86E6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9913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DD864-E0E3-7F14-62DB-CA7030986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8118D5-D78C-7204-68B8-12CCFBE77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72DC1-A8B0-577E-B746-DA5EC33BEC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3C35F1-9524-B374-D223-6247DE8D1D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3DF74F-C3CE-EE7A-2833-DA99D96549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55EA2B-5B05-E844-5B71-99285A4BE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DDF6-B3B5-471E-82FE-B0B704F29657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620F6F-E83C-428F-9008-DA1BAA3E9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A2A8C7-8E5B-3A94-0286-A1DC17880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238A2-A598-402B-86E2-C266E86E6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8003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BDAB5-5B43-61C5-7F96-B937AEB6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3C4F4B-BD49-E7EB-5805-CEA7DC0F4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DDF6-B3B5-471E-82FE-B0B704F29657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EC03FE-CFEC-556B-D55D-95F75DBC4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A971AE-7679-0685-0B03-62A425B47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238A2-A598-402B-86E2-C266E86E6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6730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A8091E-09EF-59DF-662D-FEE6B5105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DDF6-B3B5-471E-82FE-B0B704F29657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636173-9002-93F9-6D14-87870955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B37210-BCD7-4302-24BB-01CCCC2FF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238A2-A598-402B-86E2-C266E86E6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355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C40C2-F3B5-71C5-5836-4365D6A94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3D6DC-40F5-C38B-423F-FB3254243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102A1E-45AA-F1E6-4501-00F942270A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CEA4D0-ED4C-CD2E-D0F9-2A9D749EC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DDF6-B3B5-471E-82FE-B0B704F29657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B8E3A6-F20D-C5DF-1FEF-D251448D9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CAFD0C-BE6E-1B94-D618-8FC088507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238A2-A598-402B-86E2-C266E86E6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4305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5809E-7933-7CF6-315F-AD0A74601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536B71-2973-A924-349A-1345DA955D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AF0DA9-01D5-0EAA-C186-0BCBE2986C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BC1ED4-4A67-EA76-457B-E1D6A861A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DDF6-B3B5-471E-82FE-B0B704F29657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7F8686-E5A9-2F6C-1E80-1F5300577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784373-9D3B-A647-3EC6-B4FFE15EB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238A2-A598-402B-86E2-C266E86E6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897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A35EB-2E36-AB70-62FD-12DFC80FF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97F954-F905-FEC5-DD26-975D72C9EF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BD1293-D2E6-DEC4-37D2-AF1CC8909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DDF6-B3B5-471E-82FE-B0B704F29657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153ED-3A26-2D42-3046-205ABA88B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F12DB-DE8E-932D-2FE2-59A929826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238A2-A598-402B-86E2-C266E86E6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4433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7BD9DA-41C9-1724-2E70-EF08BC7AA2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B38C0F-1578-2FC5-8AEB-6391B6E01D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8272C-92B2-7526-61E3-3FFE69099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DDF6-B3B5-471E-82FE-B0B704F29657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C9034-9C4E-A663-3ABC-48D254DE9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B3C80-DAF6-5BD5-4012-59CF833C8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238A2-A598-402B-86E2-C266E86E6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317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84153A-01EF-2BB5-9D74-50C60F31E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CBB030-0317-EA06-02D6-61A388B38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7B93BB-F5E9-47BB-A4DB-D7EBE2B356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F5DDF6-B3B5-471E-82FE-B0B704F29657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7221B-4013-C921-E649-0FE1D0D6A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8C651-DCB3-8D96-5463-B54E2E5B3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4238A2-A598-402B-86E2-C266E86E68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3503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B3C6F-9A13-4B2D-4EE5-B11B4CAB4D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Super Store Business 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48F63C-AA24-D241-2BF1-350C492DD7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Q&amp;A , Business Insights</a:t>
            </a:r>
          </a:p>
          <a:p>
            <a:r>
              <a:rPr lang="en-US" b="1" dirty="0"/>
              <a:t>Author :  Ujjwal Kumar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033956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515F3-D531-2800-C31C-E9800EBCC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is the overall business performing?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4406A95-6F4B-CAA5-1D28-C92388E7E0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51216" y="1690688"/>
            <a:ext cx="9263433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Revenue: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2.30M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Profit: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286.40K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Orders: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9,995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 Profit Margin is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positive but relatively low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The business is profitable, but margins indicate </a:t>
            </a:r>
            <a:r>
              <a:rPr lang="en-US" sz="2400" b="1" dirty="0"/>
              <a:t>scope for optimization</a:t>
            </a:r>
            <a:r>
              <a:rPr lang="en-US" sz="2400" dirty="0"/>
              <a:t>,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dirty="0"/>
              <a:t>especially around discounts and product mix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1490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4E69A-1B4A-489A-840D-559D796E8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category is the most profitable?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4318E45-C341-80F5-D37D-1440B6D2E0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57371"/>
            <a:ext cx="9703085" cy="3254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Technology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the most profitable category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Office Supplies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moderately profitable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Furniture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shows lower profitability and mixed performance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/>
              <a:t>Technology should be the </a:t>
            </a:r>
            <a:r>
              <a:rPr lang="en-US" b="1" dirty="0"/>
              <a:t>primary focus area</a:t>
            </a:r>
            <a:r>
              <a:rPr lang="en-US" dirty="0"/>
              <a:t> for revenue growth and marketing investment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7555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EF26C-7E8D-DB02-A9F6-79D83CD16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sub-categories contribute most to profit?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9034CB3-8ECF-003A-ADC1-0F40686384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5222" y="1982943"/>
            <a:ext cx="9534417" cy="2248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Copiers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generate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very high average profit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Accessories and Phones show steady profit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Some sub-categories operate at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profit despite high sales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 High-margin products like </a:t>
            </a:r>
            <a:r>
              <a:rPr lang="en-US" sz="2400" b="1" dirty="0"/>
              <a:t>Copiers</a:t>
            </a:r>
            <a:r>
              <a:rPr lang="en-US" sz="2400" dirty="0"/>
              <a:t> should be prioritized over volume-based low-margin items.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3718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17617-2182-1373-50B1-ED77E71D4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impact of discount on profit?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8E3BDCE-4E78-4E67-BFB2-BAE4C178A1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50656"/>
            <a:ext cx="9017212" cy="3356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Sub-categories with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average discounts (0.3–0.4)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lower average profit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Copiers maintain high profit with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lower discounts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Binders and Tables show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discount but weak profit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b="1" dirty="0"/>
              <a:t> High discounts negatively impact profitability.</a:t>
            </a:r>
            <a:br>
              <a:rPr lang="en-US" sz="2400" dirty="0"/>
            </a:br>
            <a:r>
              <a:rPr lang="en-US" sz="2400" dirty="0"/>
              <a:t>Discount strategy needs optimization, not blanket discounts.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9434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540E5-1DF7-8E68-4EC3-80B97F845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products generate the highest revenue?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B247883-8E91-C1DA-5DE8-E3E37244C8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5459" y="1830194"/>
            <a:ext cx="9250738" cy="39106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Canon image CLASS series (~62K)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Fellowes PB series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Cisco Tele Presence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HON 5400 Series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GBC Binding products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Revenue is </a:t>
            </a:r>
            <a:r>
              <a:rPr lang="en-US" sz="2400" b="1" dirty="0"/>
              <a:t>concentrated in a few key products</a:t>
            </a:r>
            <a:r>
              <a:rPr lang="en-US" sz="2400" dirty="0"/>
              <a:t>, indicating dependency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dirty="0"/>
              <a:t>risk but also upselling opportunity.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996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685F5-6CAD-4152-010D-BC7FF6D92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has revenue changed over time?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A66F5C1-2196-608C-E2D3-0DC06EEC43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6281" y="1624307"/>
            <a:ext cx="7978723" cy="3356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2011–2012: Slight decline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2013: Strong growth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2014: Highest revenue (~0.73M)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 Revenue shows a </a:t>
            </a:r>
            <a:r>
              <a:rPr lang="en-US" sz="2400" b="1" dirty="0"/>
              <a:t>strong upward trend</a:t>
            </a:r>
            <a:r>
              <a:rPr lang="en-US" sz="2400" dirty="0"/>
              <a:t>, especially after 2012,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dirty="0"/>
              <a:t> indicating business expansion.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2943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EF402-DEF7-64BF-CCC3-66464A759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the key risks visible in the data?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C4A41CF-BE3B-6394-7486-071145EF0E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33409" y="1967090"/>
            <a:ext cx="7055136" cy="2239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Over-discounting reduces profitability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Furniture category underperforms in profit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Revenue dependency on limited products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Profit margin not growing proportional to revenue</a:t>
            </a:r>
          </a:p>
        </p:txBody>
      </p:sp>
    </p:spTree>
    <p:extLst>
      <p:ext uri="{BB962C8B-B14F-4D97-AF65-F5344CB8AC3E}">
        <p14:creationId xmlns:p14="http://schemas.microsoft.com/office/powerpoint/2010/main" val="1611984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6BC1E-8439-A174-9D7C-B6FC9C806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strategic actions should the business take ?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76C215D-F6E2-414C-B83A-34DAE2878E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0941" y="1999074"/>
            <a:ext cx="8331127" cy="3244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Reduce discounts on low-margin sub-categories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Focus marketing on Technology &amp; Copiers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Re-evaluate Furniture pricing strategy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Expand high-performing products to more regions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Shift KPI focus from revenue 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profit margin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512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358</Words>
  <Application>Microsoft Office PowerPoint</Application>
  <PresentationFormat>Widescreen</PresentationFormat>
  <Paragraphs>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Super Store Business </vt:lpstr>
      <vt:lpstr>How is the overall business performing?</vt:lpstr>
      <vt:lpstr>Which category is the most profitable?</vt:lpstr>
      <vt:lpstr>Which sub-categories contribute most to profit?</vt:lpstr>
      <vt:lpstr>What is the impact of discount on profit?</vt:lpstr>
      <vt:lpstr>Which products generate the highest revenue?</vt:lpstr>
      <vt:lpstr>How has revenue changed over time?</vt:lpstr>
      <vt:lpstr>What are the key risks visible in the data?</vt:lpstr>
      <vt:lpstr>What strategic actions should the business take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Ujjwal Kumar</dc:creator>
  <cp:lastModifiedBy>Ujjwal Kumar</cp:lastModifiedBy>
  <cp:revision>1</cp:revision>
  <dcterms:created xsi:type="dcterms:W3CDTF">2026-02-01T10:50:11Z</dcterms:created>
  <dcterms:modified xsi:type="dcterms:W3CDTF">2026-02-01T10:50:11Z</dcterms:modified>
</cp:coreProperties>
</file>